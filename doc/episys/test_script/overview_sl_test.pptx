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external clock for USRP (0/1)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standalone mode (0/1)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RELAY_UE_USRP_SN_FOR_SL=3271246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5943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via SRAP on localhost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relay: gNB + Relay +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  (gNB, nrUE, syncref, nearby, nrUE_syncref)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