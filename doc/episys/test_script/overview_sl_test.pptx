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OAI 5G NR Sidelink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Test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E"/>
                </a:solidFill>
              </a:rPr>
              <a:t>Automated CI Test Harness for PC5 &amp; U2N Relay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04007" y="4389120"/>
            <a:ext cx="137160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PC5 Mode 1 &amp;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4389120"/>
            <a:ext cx="109728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CSI / PSFCH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8647" y="4389120"/>
            <a:ext cx="155448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U2N Relay (SRAP)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76007" y="4389120"/>
            <a:ext cx="201168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RF Sim, VRT Sim &amp; USRP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</a:rPr>
              <a:t>OpenAirInterface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Overview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What 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2 </a:t>
            </a:r>
            <a:r>
              <a:rPr sz="1400">
                <a:solidFill>
                  <a:srgbClr val="1E293B"/>
                </a:solidFill>
              </a:rPr>
              <a:t>— Direct D2D communication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1 </a:t>
            </a:r>
            <a:r>
              <a:rPr sz="1400">
                <a:solidFill>
                  <a:srgbClr val="1E293B"/>
                </a:solidFill>
              </a:rPr>
              <a:t>— Network-scheduled sidelink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U2N Relay (SRAP) </a:t>
            </a:r>
            <a:r>
              <a:rPr sz="1400">
                <a:solidFill>
                  <a:srgbClr val="1E293B"/>
                </a:solidFill>
              </a:rPr>
              <a:t>— Remote UE connectivity via relay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CSI / PSFCH </a:t>
            </a:r>
            <a:r>
              <a:rPr sz="1400">
                <a:solidFill>
                  <a:srgbClr val="1E293B"/>
                </a:solidFill>
              </a:rPr>
              <a:t>— Parametric feedback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Uu Interface </a:t>
            </a:r>
            <a:r>
              <a:rPr sz="1400">
                <a:solidFill>
                  <a:srgbClr val="1E293B"/>
                </a:solidFill>
              </a:rPr>
              <a:t>— gNB &lt;-&gt; UE connectivity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iperf3 Bandwidth Sweep </a:t>
            </a:r>
            <a:r>
              <a:rPr sz="1400">
                <a:solidFill>
                  <a:srgbClr val="1E293B"/>
                </a:solidFill>
              </a:rPr>
              <a:t>— UDP throughput characterization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BLER Testing </a:t>
            </a:r>
            <a:r>
              <a:rPr sz="1400">
                <a:solidFill>
                  <a:srgbClr val="1E293B"/>
                </a:solidFill>
              </a:rPr>
              <a:t>— Waterfall curves across MCS 0-28 with noise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Array-based test selection </a:t>
            </a:r>
            <a:r>
              <a:rPr sz="1400">
                <a:solidFill>
                  <a:srgbClr val="1E293B"/>
                </a:solidFill>
              </a:rPr>
              <a:t>— simple ordered list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Parametric sweeps </a:t>
            </a:r>
            <a:r>
              <a:rPr sz="1400">
                <a:solidFill>
                  <a:srgbClr val="1E293B"/>
                </a:solidFill>
              </a:rPr>
              <a:t>— CSI x PSFCH combinations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Multi-host support </a:t>
            </a:r>
            <a:r>
              <a:rPr sz="1400">
                <a:solidFill>
                  <a:srgbClr val="1E293B"/>
                </a:solidFill>
              </a:rPr>
              <a:t>— 1, 2, or 3 machines via SSH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Profile-based config </a:t>
            </a:r>
            <a:r>
              <a:rPr sz="1400">
                <a:solidFill>
                  <a:srgbClr val="1E293B"/>
                </a:solidFill>
              </a:rPr>
              <a:t>— pilot / regress / stress / bler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Auto result tracking </a:t>
            </a:r>
            <a:r>
              <a:rPr sz="1400">
                <a:solidFill>
                  <a:srgbClr val="1E293B"/>
                </a:solidFill>
              </a:rPr>
              <a:t>— ping + PSSCH statistics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Three radio backends </a:t>
            </a:r>
            <a:r>
              <a:rPr sz="1400">
                <a:solidFill>
                  <a:srgbClr val="1E293B"/>
                </a:solidFill>
              </a:rPr>
              <a:t>— rfsim (socket) / usrp (B210 HW) / vrtsim (shared-memory, local host)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Two scripts:  run_sl_test.sh (test engine)  +  run_sl_test_config.sh (user configuration)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Architecture &amp;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1. Load config (run_sl_test_config.sh)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2. Resolve enabled_tests array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3. For each test: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a. Clean up old logs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b. Launch UEs (local / remote SSH)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c. Wait for tunnel interface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d. Wait for PC5 sync (PSBCH decode)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e. Execute ping test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f. Collect stats (ping + PSSCH)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g. Kill processes &amp; cleanup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h. Generate summary row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4. Display final summary table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Duration budget (ensure_ping_test_time):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=1: flexible, ping always runs (min 16s)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=0: strict, test ends after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File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run_sl_test.sh            # Test engine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run_sl_test_config.sh     # Configuration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~/.ssh/config             # SSH host aliases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~/openairinterface5g/     # OAI source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&lt;base_dir&gt;/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latest -&gt; test_&lt;ts&gt;/    # Symlink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test_&lt;timestamp&gt;/       # Results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test_summary_*.csv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iperf3_summary_*.csv / *.png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result_*_&lt;test&gt;_&lt;ts&gt;.log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ping_result_*.txt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30352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base_dir priority:  -d flag &gt; base_log_dir in config &gt; script directory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Multi-Host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Topologies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Single-Host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SyncRef UE &lt;--rfsim--&gt; Nearby UE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(both on localhost)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Two-Host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Local:  SyncRef UE (rfsim server)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Remote: Nearby UE  (rfsim client)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Three-Host (Mode 1 SRAP):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gNB host:       gNB + 5G Core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relay_ue host:  Relay UE (Uu + PC5)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remote_ue host: Remote UE (PC5)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Host Assignment per Test Mode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029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SL 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gNB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SyncRef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Nearby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gNB, 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486400"/>
            <a:ext cx="5029200" cy="64008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SSH aliases defined in ~/.ssh/config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Passwordless SSH required: ssh-copy-id &lt;alias&gt;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Selection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Profiles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074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"/>
                <a:gridCol w="640080"/>
                <a:gridCol w="502920"/>
                <a:gridCol w="731520"/>
                <a:gridCol w="457200"/>
                <a:gridCol w="5029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Profile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Repeats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MCS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SNR/Atten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LDPC Iter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Quick smoke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1, 9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Regression validation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stress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9, 16, 28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20-60dB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Long-term stability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0-28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85s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Noise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 waterfall curves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Per-Profile Test 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pilot_tests / regress_tests / stress_tests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 — entire group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slmode2_basic_tests[0:2] — range (indices 0-2)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slmode2_basic_tests[0] — single test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test_name:csi:psfch — parametric combo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Additional Config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Log output directory (default: script dir)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base_log_dir="~/openairinterface5g"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Use external clock source for USRP (0=internal, 1=external) 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use_external_clock=1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Use standalone mode (0=disabled, 1=enabled)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use_sa=1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Use gnome-terminal (0=bash, 1=gnome)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use_gnome=1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Ensure ping test time (0=strict, 1=flexible)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ensure_ping_test_time=1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USRP serial numbers (SL Mode 1 relay only)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RELAY_UE_USRP_SN_FOR_UU=340EA03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RELAY_UE_USRP_SN_FOR_SL=340EA3B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Running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config settings (or defaults)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override log dir and gnome terminal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-g 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 -g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94360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Priority:  CLI flags (-d, -g) &gt; config file &gt; defaults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Four-Tier Configuration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6496"/>
                </a:solidFill>
              </a:rPr>
              <a:t>Override MCS and duration at four levels:  test-specific &gt; slice-specific &gt; group-specific &gt; profile-default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Configuration Examples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029200" cy="3474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In run_sl_test_config.sh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Group-level (all tests in group)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group_specific_duration["slmode2_basic_tests"]=30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group_specific_mcs["slmode2_basic_tests"]="16,28"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Slice-level (specific indices)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[0:2] range, [0,2] pick-list, [2] single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group_specific_duration["slmode2_basic_tests[2]"]=60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group_specific_mcs["slmode2_basic_tests[2]"]="12,16,20,24,28"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Test-specific (individual test)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test_specific_duration["usrp_B210_pc5_ping_test"]=90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test_specific_mcs["usrp_B210_pc5_ping_test"]="20,24,28"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MCS formats: </a:t>
            </a:r>
            <a:r>
              <a:rPr sz="1300">
                <a:solidFill>
                  <a:srgbClr val="1E293B"/>
                </a:solidFill>
              </a:rPr>
              <a:t>Comma "16,28", space "16 28", or seq "$(seq 0 1 10)"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Auto-discovery: </a:t>
            </a:r>
            <a:r>
              <a:rPr sz="1300">
                <a:solidFill>
                  <a:srgbClr val="1E293B"/>
                </a:solidFill>
              </a:rPr>
              <a:t>Groups ending with _basic_tests, _iperf3_tests, _csi_psfch_tests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Excluded: </a:t>
            </a:r>
            <a:r>
              <a:rPr sz="1300">
                <a:solidFill>
                  <a:srgbClr val="1E293B"/>
                </a:solidFill>
              </a:rPr>
              <a:t>pilot_tests, regress_tests, stress_tests (profile arrays)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114800"/>
            <a:ext cx="5029200" cy="10972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Priority order:</a:t>
            </a:r>
          </a:p>
          <a:p>
            <a:pPr algn="l"/>
            <a:r>
              <a:rPr sz="1400">
                <a:solidFill>
                  <a:srgbClr val="1E293B"/>
                </a:solidFill>
              </a:rPr>
              <a:t>1. Test-specific → 2. Slice-specific → 3. Group-specific → 4. Profile-default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Predefined Test Groups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777240"/>
          <a:ext cx="5943600" cy="2414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"/>
                <a:gridCol w="3657600"/>
              </a:tblGrid>
              <a:tr h="10972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Idx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usrp_B210_uu_ping_test_on_two_hosts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usrp_B210_pc5_csi_acquisition_psfch_period_test_on_two_hosts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slmode2_iperf3_tests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usrp_B210_pc5_iperf3_test_on_two_hosts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usrp_B210_slmode1_srap_ping_test_on_three_hosts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slmode1_iperf3_tests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usrp_B210_slmode1_srap_iperf3_test_on_three_hosts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rfsim_slmode1_srap_csi_acquisition_psfch_period_test_on_three_hosts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usrp_B210_slmode1_srap_csi_acquisition_psfch_period_test_on_three_hosts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Custom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38912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regress_tests=(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slmode2_basic_tests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slmode2_csi_psfch_tests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CSI/PSFCH Parameter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2004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 — all 8 combos (CSI: 0,1 x PSFCH: 0,1,2,3)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test_name:0:1 — CSI=0, PSFCH=1 only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test_name:1: — CSI=1, all PSFCH values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test_name::2 — PSFCH=2, all CSI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029200"/>
            <a:ext cx="438912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CSI: sl_CSI_Acquisition (0=enabled, 1=disabled)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PSFCH: sl_PSFCH_Period (0, 1, 2,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852160"/>
            <a:ext cx="4389120" cy="457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Groups resolve recursively — a group can contain other group names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Available Test Cases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77724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914400"/>
                <a:gridCol w="45720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on localhost (requires 5G Core)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across two machines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Basic PC5 ping: SyncRef &lt;-&gt; Nearby 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across two machines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iperf3 bandwidth sweep over PC5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ping via SRAP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iperf3 bandwidth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All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2-3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hardware variants of above 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over shared-memory radio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over shared-memory radio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vrtsim_slmode1_srap_ping_test_on_local_host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ping (SRAP) over shared-memory radio; launch-order/timing sensitive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46320"/>
            <a:ext cx="10972800" cy="7315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Pass criteria: &gt;= 60% ICMP ping success rate   |   PSSCH stats: TX/RX counters extracted from UE logs for each 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Results &amp; PSSCH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Summary Table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rfsim_pc5_ping_test_on_local_host              |    1 |     1 |   9 |     40s |  100% | 33/33 (100%)    | 33/33 (100%)    |  100%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rfsim_pc5_csi_psfch_*_csi0_psfch1              |    1 |     2 |   9 |     44s |  100% | 12/12 (100%)    | 8/8 (100%)      |  100%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rfsim_slmode1_srap_ping_test_on_local_host     |    1 |     1 |   9 |     58s |  100% | 36/36 (100%)    | 38/38 (100%)    |  100% |  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PSSCH Rate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Rate1: </a:t>
            </a:r>
            <a:r>
              <a:rPr sz="1300">
                <a:solidFill>
                  <a:srgbClr val="1E293B"/>
                </a:solidFill>
              </a:rPr>
              <a:t>SyncRef TX -&gt; Nearby RX  (RX_nearby / TX_syncref)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Rate2: </a:t>
            </a:r>
            <a:r>
              <a:rPr sz="1300">
                <a:solidFill>
                  <a:srgbClr val="1E293B"/>
                </a:solidFill>
              </a:rPr>
              <a:t>Nearby TX -&gt; SyncRef RX  (RX_syncref / TX_nearby)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Total: </a:t>
            </a:r>
            <a:r>
              <a:rPr sz="1300">
                <a:solidFill>
                  <a:srgbClr val="1E293B"/>
                </a:solidFill>
              </a:rPr>
              <a:t>Aggregated both directions
       (RX_sync + RX_nearby) / (TX_sync + TX_nearby)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Log Files (per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test_summary_*.csv — summary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iperf3_summary_*.csv / *.png — iperf3 bandwidth/loss plot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result_&lt;component&gt;_&lt;test_name&gt;_&lt;ts&gt;.log — softmodem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ping_result_*.txt — ping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iperf3_server_*.txt / iperf3_client_*.txt — iperf3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7315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Remote logs captured via tee, then moved to log folder.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Log file list defined in softmodem_log_files in config.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Extending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1. Define Test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389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my_custom_test()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echo "==== Testing ${FUNCNAME[0]} ===="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1 ]] &amp;&amp; duration=$1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2 ]] &amp;&amp; test_type=$2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3 ]] &amp;&amp; mcs=$3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4 ]] &amp;&amp; iteration=$4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start_time=$(date +%s) sl_mode=2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run_syncref_cmd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run_nearby_cmd 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sleep 5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evaluate_ping_test "local" "oaitun_ue1"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"10.0.0.100" $sl_mode "${FUNCNAME[0]}"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end_time=$(date +%s)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print_runtime $start_time $end_time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print_test_summary "${FUNCNAME[0]}"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"$iteration" "1" "$mcs" ...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2. Add rfsim/usrp Wrappers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test_type="rfsim"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usrp_B210_my_custom_test_on_local_host()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test_type="usrp"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3. Enable in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23360"/>
            <a:ext cx="502920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enabled_tests=(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rfsim_my_custom_test_on_local_host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4. Custom 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394960"/>
            <a:ext cx="502920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custom_tests=( slmode2_basic_tests 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elif [[ $test_profile == "custom" ]]; then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enabled_tests=("${custom_tests[@]}")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num_repeat=2; mcs_array=(1 5 9)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duration=60; max_ldpc_iterations=30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atten_array=(20 30 40)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Troubleshooting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Solution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"No such device" for oaitun_ue1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UE not initialized — increase sleep after launch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Ping fails (&lt;60%)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ip addr show oaitun_ue1; increase duration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PSSCH stats show 0/0 or 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sidelink logs; verify remote logs copied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command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remote_ue hostname — verify passwordless auth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 UE config not updated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REMOTE_USER var; verify paths on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SRAP relay test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docker ps | grep oai-amf — verify 5G Core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attenuator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curl http://169.254.10.10/ — check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Config changes don't persist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Script restores defaults before each test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nr-uesoftmodem, nr-softmodem, nr-cuup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gnome-terminal for parallel process launch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Docker-based OAI 5G Core (SRAP/Uu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USRP B210 + RF attenuator (hardware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Passwordless SSH to all remote hosts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Sidelink docs: </a:t>
            </a:r>
            <a:r>
              <a:rPr sz="1200">
                <a:solidFill>
                  <a:srgbClr val="1E293B"/>
                </a:solidFill>
              </a:rPr>
              <a:t>~/openairinterface5g/doc/episys/README_SL.md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Config files: </a:t>
            </a:r>
            <a:r>
              <a:rPr sz="1200">
                <a:solidFill>
                  <a:srgbClr val="1E293B"/>
                </a:solidFill>
              </a:rPr>
              <a:t>~/openairinterface5g/targets/.../NR-SIDELINK/CONF/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3GPP specs: </a:t>
            </a:r>
            <a:r>
              <a:rPr sz="1200">
                <a:solidFill>
                  <a:srgbClr val="1E293B"/>
                </a:solidFill>
              </a:rPr>
              <a:t>TS 38.331, TS 38.321, TS 38.211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RF simulator: </a:t>
            </a:r>
            <a:r>
              <a:rPr sz="1200">
                <a:solidFill>
                  <a:srgbClr val="1E293B"/>
                </a:solidFill>
              </a:rPr>
              <a:t>~/openairinterface5g/radio/rfsimulator/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669280"/>
            <a:ext cx="4389120" cy="4572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License: OAI Public License V1.1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