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77D66B-0CC0-4EAE-90FE-81271DCBF0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1A24C9F-6B4E-4E43-A2F2-E7083C26B8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37AF249-C792-460C-B854-B21CDDED64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3EBC8E2-38FD-41A5-9F01-D4267B5A9A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64C3F3D-FA47-4923-B670-576EC1B903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E078F99-D8BF-4F3D-BF0D-1685A4EE2B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39498C8-EDB1-4CDA-ADBA-0AF2A738FF4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5A20D30-C94F-4D00-B6D3-037BED84EF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62E6315-EF70-4981-9BD2-C72C506A3E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F31FA18-5746-4CD5-9B16-F92C54986F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4F532AD-4D06-4280-B443-5228A11539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50BB59-C72F-408D-9B1F-F0C43D42A6D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760EA6-42B5-4D81-A9B5-0377364B09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3F9D51-C298-4B33-BF2E-B97E2A11253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52BE83-617B-4BC2-AFCC-AC19A2621B5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7EA85F-E84C-4B26-898D-A7817C451EB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496719-66BB-4AA2-B3FA-531B86C6190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57B3CA-9119-4D89-899E-0EE340EC7B3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1BDCDA-AF9A-4A67-AED3-A58F7B8D39C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CFD5F4-DEC0-4F1B-9177-D5C745289A3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CFC73C-8A33-4111-B1E4-9C61318A446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707D3D-7B33-48BB-8EB1-B1BA45F9F2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371600" y="1371600"/>
            <a:ext cx="9143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OAI 5G NR Sidelink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371600" y="2286000"/>
            <a:ext cx="9143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Test Framework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371600" y="3383280"/>
            <a:ext cx="9143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bfdbfe"/>
                </a:solidFill>
                <a:latin typeface="Calibri"/>
              </a:rPr>
              <a:t>Automated CI Test Harness for PC5 &amp; U2N Relay Validation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5"/>
          <p:cNvSpPr/>
          <p:nvPr/>
        </p:nvSpPr>
        <p:spPr>
          <a:xfrm>
            <a:off x="25603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PC5 Mode 1 &amp;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43891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CSI / PSFCH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ounded Rectangle 7"/>
          <p:cNvSpPr/>
          <p:nvPr/>
        </p:nvSpPr>
        <p:spPr>
          <a:xfrm>
            <a:off x="62179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U2N Relay (SRAP)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ounded Rectangle 8"/>
          <p:cNvSpPr/>
          <p:nvPr/>
        </p:nvSpPr>
        <p:spPr>
          <a:xfrm>
            <a:off x="80467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RF Sim &amp; USRP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371600" y="56692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3c5fd"/>
                </a:solidFill>
                <a:latin typeface="Calibri"/>
              </a:rPr>
              <a:t>OpenAirInterface — 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Overview &amp; Key Features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What It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548640" y="1463040"/>
            <a:ext cx="502884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2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Direct D2D communication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1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Network-scheduled sidelink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U2N Relay (SRAP)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Remote UE connectivity via relay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CSI / PSFCH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Parametric feedback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Uu Interface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gNB &lt;-&gt; UE connectivity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Key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6400800" y="1463040"/>
            <a:ext cx="502884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Array-based test selection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simple ordered list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Parametric sweeps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CSI x PSFCH combinations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Multi-host support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1, 2, or 3 machines via SSH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Profile-based config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pilot / regress / stress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Auto result tracking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ping + PSSCH statistics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ounded Rectangle 7"/>
          <p:cNvSpPr/>
          <p:nvPr/>
        </p:nvSpPr>
        <p:spPr>
          <a:xfrm>
            <a:off x="548640" y="5029200"/>
            <a:ext cx="10972440" cy="6397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Two scripts:  run_sl_test.sh (test engine)  +  run_sl_test_config.sh (user configuration)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Architecture &amp; Execution Flow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Execution Flow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4"/>
          <p:cNvSpPr/>
          <p:nvPr/>
        </p:nvSpPr>
        <p:spPr>
          <a:xfrm>
            <a:off x="548640" y="1463040"/>
            <a:ext cx="5028840" cy="3657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1. Load config (run_sl_test_config.sh)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2. Resolve enabled_tests array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3. For each test: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a. Clean up old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b. Launch UEs (local / remote SSH)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c. Wait for tunnel interface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d. Execute ping test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e. Collect stats (ping + PSSCH)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f. Kill processes &amp; cleanup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g. Generate summary row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4. Display final summary table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File Structure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ounded Rectangle 6"/>
          <p:cNvSpPr/>
          <p:nvPr/>
        </p:nvSpPr>
        <p:spPr>
          <a:xfrm>
            <a:off x="6400800" y="1463040"/>
            <a:ext cx="5028840" cy="3657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run_sl_test.sh            # Test engine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run_sl_test_config.sh     # Configuration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~/.ssh/config             # SSH host aliases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~/openairinterface5g/     # OAI source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&lt;base_dir&gt;/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latest -&gt; test_&lt;ts&gt;/    # Symlink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test_&lt;timestamp&gt;/       # Results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test_summary_*.csv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result_*_&lt;test&gt;_&lt;ts&gt;.log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ping_result_*.txt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Rounded Rectangle 7"/>
          <p:cNvSpPr/>
          <p:nvPr/>
        </p:nvSpPr>
        <p:spPr>
          <a:xfrm>
            <a:off x="6400800" y="530352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base_dir priority:  -d flag &gt; base_log_dir in config &gt; script directory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Multi-Host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Topologies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4"/>
          <p:cNvSpPr/>
          <p:nvPr/>
        </p:nvSpPr>
        <p:spPr>
          <a:xfrm>
            <a:off x="548640" y="1463040"/>
            <a:ext cx="5028840" cy="4114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Single-Host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SyncRef UE &lt;--rfsim--&gt; Nearby UE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(both on localhost)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Two-Host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Local:  SyncRef UE (rfsim server)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Remote: Nearby UE  (rfsim client)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Three-Host (Mode 1 SRAP):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gNB host:       gNB + 5G Core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relay_ue host:  Relay UE (Uu + 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remote_ue host: Remote UE (PC5)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Host Assignment per Test Mode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5" name="Table 6"/>
          <p:cNvGraphicFramePr/>
          <p:nvPr/>
        </p:nvGraphicFramePr>
        <p:xfrm>
          <a:off x="6400800" y="1554480"/>
          <a:ext cx="5028840" cy="381312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SL 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gNB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SyncRef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Nearby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gNB, 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Rounded Rectangle 7"/>
          <p:cNvSpPr/>
          <p:nvPr/>
        </p:nvSpPr>
        <p:spPr>
          <a:xfrm>
            <a:off x="6400800" y="5486400"/>
            <a:ext cx="5028840" cy="639720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2540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SSH aliases defined in ~/.ssh/config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required: ssh-copy-id &lt;alias&gt;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Selection &amp; Configuration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0" name="Table 4"/>
          <p:cNvGraphicFramePr/>
          <p:nvPr/>
        </p:nvGraphicFramePr>
        <p:xfrm>
          <a:off x="548640" y="1463040"/>
          <a:ext cx="5074560" cy="1618560"/>
        </p:xfrm>
        <a:graphic>
          <a:graphicData uri="http://schemas.openxmlformats.org/drawingml/2006/table">
            <a:tbl>
              <a:tblPr/>
              <a:tblGrid>
                <a:gridCol w="601200"/>
                <a:gridCol w="450360"/>
                <a:gridCol w="640080"/>
                <a:gridCol w="502920"/>
                <a:gridCol w="731520"/>
                <a:gridCol w="502920"/>
                <a:gridCol w="548640"/>
                <a:gridCol w="109728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Repeats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MCS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SNR/Atten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LDPC Iter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pilot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Quick smoke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1, 9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Regression validation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stress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9, 16, 28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20-60dB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Long-term stability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5"/>
          <p:cNvSpPr/>
          <p:nvPr/>
        </p:nvSpPr>
        <p:spPr>
          <a:xfrm>
            <a:off x="548640" y="320040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Selection Syntax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548640" y="3657600"/>
            <a:ext cx="502884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 — entire group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slmode2_basic_tests[0:2] — range (indices 0-2)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slmode2_basic_tests[0,2] — pick specific indices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slmode2_basic_tests[0] — single test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test_name:csi:psfch — parametric combo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Additional Config Settings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ounded Rectangle 8"/>
          <p:cNvSpPr/>
          <p:nvPr/>
        </p:nvSpPr>
        <p:spPr>
          <a:xfrm>
            <a:off x="6400800" y="1463040"/>
            <a:ext cx="5028840" cy="21942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Log output directory (default: script dir)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base_log_dir="~/openairinterface5g"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gnome-terminal (0=bash, 1=gnome)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use_gnome=1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USRP serial numbers (SL Mode 1 relay only)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RELAY_UE_USRP_SN_FOR_UU=340EA03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RELAY_UE_USRP_SN_FOR_SL=3271246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6400800" y="393192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Running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10"/>
          <p:cNvSpPr/>
          <p:nvPr/>
        </p:nvSpPr>
        <p:spPr>
          <a:xfrm>
            <a:off x="6400800" y="4389120"/>
            <a:ext cx="5028840" cy="1371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config settings (or defaults)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override log dir and gnome terminal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6400800" y="594360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Priority:  CLI flags (-d, -g) &gt; config file &gt; defaults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Predefined Test Groups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0" name="Table 3"/>
          <p:cNvGraphicFramePr/>
          <p:nvPr/>
        </p:nvGraphicFramePr>
        <p:xfrm>
          <a:off x="548640" y="1188720"/>
          <a:ext cx="5943240" cy="4757760"/>
        </p:xfrm>
        <a:graphic>
          <a:graphicData uri="http://schemas.openxmlformats.org/drawingml/2006/table">
            <a:tbl>
              <a:tblPr/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Idx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slmode2_csi_psfch_tests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slmode1_basic_tests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11" name="TextBox 4"/>
          <p:cNvSpPr/>
          <p:nvPr/>
        </p:nvSpPr>
        <p:spPr>
          <a:xfrm>
            <a:off x="713232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Custom Groups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5"/>
          <p:cNvSpPr/>
          <p:nvPr/>
        </p:nvSpPr>
        <p:spPr>
          <a:xfrm>
            <a:off x="7132320" y="1463040"/>
            <a:ext cx="4388760" cy="10969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regress_tests=(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slmode2_basic_tests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slmode2_csi_psfch_tests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7132320" y="274320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CSI/PSFCH Parameter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7"/>
          <p:cNvSpPr/>
          <p:nvPr/>
        </p:nvSpPr>
        <p:spPr>
          <a:xfrm>
            <a:off x="7132320" y="3200400"/>
            <a:ext cx="4388760" cy="11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 — all 8 combos (CSI: 0,1 x PSFCH: 0,1,2,3)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test_name:0:1 — CSI=0, PSFCH=1 only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test_name:1: — CSI=1, all PSFCH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test_name::2 — PSFCH=2, all CSI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8"/>
          <p:cNvSpPr/>
          <p:nvPr/>
        </p:nvSpPr>
        <p:spPr>
          <a:xfrm>
            <a:off x="7132320" y="5029200"/>
            <a:ext cx="4388760" cy="6397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CSI: sl_CSI_Acquisition (0=enabled, 1=disabled)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PSFCH: sl_PSFCH_Period (0, 1, 2, 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ounded Rectangle 9"/>
          <p:cNvSpPr/>
          <p:nvPr/>
        </p:nvSpPr>
        <p:spPr>
          <a:xfrm>
            <a:off x="7132320" y="5852160"/>
            <a:ext cx="4388760" cy="45684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Groups resolve recursively — a group can contain other group names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Available Test Cases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9" name="Table 3"/>
          <p:cNvGraphicFramePr/>
          <p:nvPr/>
        </p:nvGraphicFramePr>
        <p:xfrm>
          <a:off x="548640" y="1188720"/>
          <a:ext cx="10972440" cy="3291840"/>
        </p:xfrm>
        <a:graphic>
          <a:graphicData uri="http://schemas.openxmlformats.org/drawingml/2006/table">
            <a:tbl>
              <a:tblPr/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on localhost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across two machines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Basic PC5 ping: SyncRef &lt;-&gt; Nearby 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PC5 ping across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1-2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CSI/PSFCH parametric sweep (up to 8 combos)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 via SRAP on localhost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relay: gNB + Relay +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All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2-3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hardware variants of above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20" name="Rounded Rectangle 4"/>
          <p:cNvSpPr/>
          <p:nvPr/>
        </p:nvSpPr>
        <p:spPr>
          <a:xfrm>
            <a:off x="548640" y="4846320"/>
            <a:ext cx="10972440" cy="73116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Pass criteria: &gt;= 60% ICMP ping success rate   |   PSSCH stats: TX/RX counters extracted from UE logs for each direction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Results &amp; PSSCH Statistics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548640" y="1005840"/>
            <a:ext cx="91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Summary Table Output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4"/>
          <p:cNvSpPr/>
          <p:nvPr/>
        </p:nvSpPr>
        <p:spPr>
          <a:xfrm>
            <a:off x="548640" y="1463040"/>
            <a:ext cx="10972440" cy="14626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5"/>
          <p:cNvSpPr/>
          <p:nvPr/>
        </p:nvSpPr>
        <p:spPr>
          <a:xfrm>
            <a:off x="548640" y="3291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PSSCH Rate Calculation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6"/>
          <p:cNvSpPr/>
          <p:nvPr/>
        </p:nvSpPr>
        <p:spPr>
          <a:xfrm>
            <a:off x="548640" y="3749040"/>
            <a:ext cx="5028840" cy="12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Rate1: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SyncRef TX -&gt; Nearby RX  (RX_nearby / TX_syncref)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Rate2: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Nearby TX -&gt; SyncRef RX  (RX_syncref /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Total: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Aggregated both directions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     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(RX_sync + RX_nearby) / (TX_sync +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3291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Log Files (per test)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6400800" y="3749040"/>
            <a:ext cx="502884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test_summary_*.csv — summary table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result_&lt;component&gt;_&lt;test_name&gt;_&lt;ts&gt;.log — softmodem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(gNB, nrUE, syncref, nearby, nrUE_syncref)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ping_result_*.txt — ping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6400800" y="5486400"/>
            <a:ext cx="5028840" cy="7311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Remote logs captured via tee, then moved to log folder.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Log file list defined in softmodem_log_files in config.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Extending the Framework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1. Define Test Function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4"/>
          <p:cNvSpPr/>
          <p:nvPr/>
        </p:nvSpPr>
        <p:spPr>
          <a:xfrm>
            <a:off x="548640" y="1463040"/>
            <a:ext cx="5028840" cy="4388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echo "==== Testing ${FUNCNAME[0]} ===="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1 ]] &amp;&amp; duration=$1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2 ]] &amp;&amp; test_type=$2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3 ]] &amp;&amp; mcs=$3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4 ]] &amp;&amp; iteration=$4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start_time=$(date +%s) sl_mode=2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run_syncref_cmd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run_nearby_cmd 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sleep 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evaluate_ping_test "local" "oaitun_ue1"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"10.0.0.100" $sl_mode "${FUNCNAME[0]}"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end_time=$(date +%s)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print_runtime $start_time $end_time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print_test_summary "${FUNCNAME[0]}"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"$iteration" "1" "$mcs" ...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2. Add rfsim/usrp Wrappers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ounded Rectangle 6"/>
          <p:cNvSpPr/>
          <p:nvPr/>
        </p:nvSpPr>
        <p:spPr>
          <a:xfrm>
            <a:off x="6400800" y="1463040"/>
            <a:ext cx="5028840" cy="1828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test_type="rfsim"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usrp_B210_my_custom_test_on_local_host()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test_type="usrp"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6400800" y="356616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3. Enable in Config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ounded Rectangle 8"/>
          <p:cNvSpPr/>
          <p:nvPr/>
        </p:nvSpPr>
        <p:spPr>
          <a:xfrm>
            <a:off x="6400800" y="4023360"/>
            <a:ext cx="5028840" cy="731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enabled_tests=(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9"/>
          <p:cNvSpPr/>
          <p:nvPr/>
        </p:nvSpPr>
        <p:spPr>
          <a:xfrm>
            <a:off x="6400800" y="493776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4. Custom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ounded Rectangle 10"/>
          <p:cNvSpPr/>
          <p:nvPr/>
        </p:nvSpPr>
        <p:spPr>
          <a:xfrm>
            <a:off x="6400800" y="5394960"/>
            <a:ext cx="5028840" cy="10969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elif [[ $test_profile == "custom" ]]; then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num_repeat=2; mcs_array=(1 5 9)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duration=60; max_ldpc_iterations=30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snr_array=($(seq 0 2 10))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atten_array=(20 30 40)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Troubleshooting &amp; References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1005840"/>
            <a:ext cx="548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Common Issues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3" name="Table 4"/>
          <p:cNvGraphicFramePr/>
          <p:nvPr/>
        </p:nvGraphicFramePr>
        <p:xfrm>
          <a:off x="548640" y="1371600"/>
          <a:ext cx="5943240" cy="329184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"No such device" for oaitun_ue1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UE not initialized — increase sleep after launch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Ping fails (&lt;60%)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ip addr show oaitun_ue1; increase duration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PSSCH stats show 0/0 or 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sidelink logs; verify remote logs copied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command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remote_ue hostname — verify passwordless auth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 UE config not updated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REMOTE_USER var; verify paths on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SRAP relay test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docker ps | grep oai-amf — verify 5G Core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attenuator error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curl http://169.254.10.10/ — check reachability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Config changes don't persist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Script restores defaults before each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5"/>
          <p:cNvSpPr/>
          <p:nvPr/>
        </p:nvSpPr>
        <p:spPr>
          <a:xfrm>
            <a:off x="713232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Prerequisites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7132320" y="1463040"/>
            <a:ext cx="43887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nr-uesoftmodem, nr-softmodem, nr-cuup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gnome-terminal for parallel process launch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Docker-based OAI 5G Core (SRAP/Uu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USRP B210 + RF attenuator (hardware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to all remote hosts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7132320" y="347472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References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7132320" y="3931920"/>
            <a:ext cx="438876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Sidelink docs: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~/openairinterface5g/doc/episys/README_SL.md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Config files: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~/openairinterface5g/targets/.../NR-SIDELINK/CONF/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3GPP specs: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TS 38.331, TS 38.321, TS 38.211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RF simulator: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~/openairinterface5g/radio/rfsimulator/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ounded Rectangle 9"/>
          <p:cNvSpPr/>
          <p:nvPr/>
        </p:nvSpPr>
        <p:spPr>
          <a:xfrm>
            <a:off x="7132320" y="5669280"/>
            <a:ext cx="4388760" cy="45684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License: OAI Public License V1.1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2026-05-11T09:18:37Z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