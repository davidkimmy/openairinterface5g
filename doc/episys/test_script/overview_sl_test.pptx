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iperf3 Bandwidth Sweep </a:t>
            </a:r>
            <a:r>
              <a:rPr sz="1400">
                <a:solidFill>
                  <a:srgbClr val="1E293B"/>
                </a:solidFill>
              </a:rPr>
              <a:t>— UDP throughput characterization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BLER Testing </a:t>
            </a:r>
            <a:r>
              <a:rPr sz="1400">
                <a:solidFill>
                  <a:srgbClr val="1E293B"/>
                </a:solidFill>
              </a:rPr>
              <a:t>— Waterfall curves across MCS 0-28 with noise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 / bler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iperf3_summary_*.csv / *.png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0-28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85s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Noise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 waterfall curves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standalone mode (0=disabled, 1=enabled)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RELAY_UE_USRP_SN_FOR_SL=340EA3B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5943600" cy="694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usrp_B210_pc5_iperf3_test_on_two_hosts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usrp_B210_slmode1_srap_iperf3_test_on_three_hosts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iperf3 bandwidth sweep over PC5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via SRAP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bandwidth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iperf3_summary_*.csv / *.png — iperf3 results &amp; plot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iperf3_server_*.txt / iperf3_client_*.txt — iperf3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