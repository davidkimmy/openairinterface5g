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OAI 5G NR Sidelink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Test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FDBFE"/>
                </a:solidFill>
              </a:rPr>
              <a:t>Automated CI Test Harness for PC5 &amp; U2N Relay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4389120"/>
            <a:ext cx="1645920" cy="365760"/>
          </a:xfrm>
          <a:prstGeom prst="roundRect">
            <a:avLst/>
          </a:prstGeom>
          <a:solidFill>
            <a:srgbClr val="2A6496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PC5 Mode 1 &amp;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389120"/>
            <a:ext cx="1645920" cy="365760"/>
          </a:xfrm>
          <a:prstGeom prst="roundRect">
            <a:avLst/>
          </a:prstGeom>
          <a:solidFill>
            <a:srgbClr val="2A6496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CSI / PSFCH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389120"/>
            <a:ext cx="1645920" cy="365760"/>
          </a:xfrm>
          <a:prstGeom prst="roundRect">
            <a:avLst/>
          </a:prstGeom>
          <a:solidFill>
            <a:srgbClr val="2A6496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U2N Relay (SRAP)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389120"/>
            <a:ext cx="1645920" cy="365760"/>
          </a:xfrm>
          <a:prstGeom prst="roundRect">
            <a:avLst/>
          </a:prstGeom>
          <a:solidFill>
            <a:srgbClr val="2A6496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RF Sim &amp; USRP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3C5FD"/>
                </a:solidFill>
              </a:rPr>
              <a:t>OpenAirInterface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Overview &amp;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What It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PC5 Mode 2 </a:t>
            </a:r>
            <a:r>
              <a:rPr sz="1400">
                <a:solidFill>
                  <a:srgbClr val="1E293B"/>
                </a:solidFill>
              </a:rPr>
              <a:t>— Direct D2D communication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PC5 Mode 1 </a:t>
            </a:r>
            <a:r>
              <a:rPr sz="1400">
                <a:solidFill>
                  <a:srgbClr val="1E293B"/>
                </a:solidFill>
              </a:rPr>
              <a:t>— Network-scheduled sidelink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U2N Relay (SRAP) </a:t>
            </a:r>
            <a:r>
              <a:rPr sz="1400">
                <a:solidFill>
                  <a:srgbClr val="1E293B"/>
                </a:solidFill>
              </a:rPr>
              <a:t>— Remote UE connectivity via relay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CSI / PSFCH </a:t>
            </a:r>
            <a:r>
              <a:rPr sz="1400">
                <a:solidFill>
                  <a:srgbClr val="1E293B"/>
                </a:solidFill>
              </a:rPr>
              <a:t>— Parametric feedback testing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Uu Interface </a:t>
            </a:r>
            <a:r>
              <a:rPr sz="1400">
                <a:solidFill>
                  <a:srgbClr val="1E293B"/>
                </a:solidFill>
              </a:rPr>
              <a:t>— gNB &lt;-&gt; UE connectivity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Array-based test selection </a:t>
            </a:r>
            <a:r>
              <a:rPr sz="1400">
                <a:solidFill>
                  <a:srgbClr val="1E293B"/>
                </a:solidFill>
              </a:rPr>
              <a:t>— simple ordered list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Parametric sweeps </a:t>
            </a:r>
            <a:r>
              <a:rPr sz="1400">
                <a:solidFill>
                  <a:srgbClr val="1E293B"/>
                </a:solidFill>
              </a:rPr>
              <a:t>— CSI x PSFCH combinations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Multi-host support </a:t>
            </a:r>
            <a:r>
              <a:rPr sz="1400">
                <a:solidFill>
                  <a:srgbClr val="1E293B"/>
                </a:solidFill>
              </a:rPr>
              <a:t>— 1, 2, or 3 machines via SSH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Profile-based config </a:t>
            </a:r>
            <a:r>
              <a:rPr sz="1400">
                <a:solidFill>
                  <a:srgbClr val="1E293B"/>
                </a:solidFill>
              </a:rPr>
              <a:t>— pilot / regress / stress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E293B"/>
                </a:solidFill>
              </a:rPr>
              <a:t>Auto result tracking </a:t>
            </a:r>
            <a:r>
              <a:rPr sz="1400">
                <a:solidFill>
                  <a:srgbClr val="1E293B"/>
                </a:solidFill>
              </a:rPr>
              <a:t>— ping + PSSCH statistics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29200"/>
            <a:ext cx="10972800" cy="6400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A7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l"/>
            <a:r>
              <a:rPr sz="1400">
                <a:solidFill>
                  <a:srgbClr val="1E293B"/>
                </a:solidFill>
              </a:rPr>
              <a:t>Two scripts:  run_sl_test.sh (test engine)  +  run_sl_test_config.sh (user configuration)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Architecture &amp; Execution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Execution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02920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1. Load config (run_sl_test_config.sh)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2. Resolve enabled_tests array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3. For each test: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a. Clean up old logs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b. Launch UEs (local / remote SSH)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c. Wait for tunnel interface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d. Execute ping test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e. Collect stats (ping + PSSCH)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f. Kill processes &amp; cleanup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g. Generate summary row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4. Display final summary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File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2920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run_sl_test.sh            # Test engine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run_sl_test_config.sh     # Configuration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~/.ssh/config             # SSH host aliases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~/openairinterface5g/     # OAI source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&lt;base_dir&gt;/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latest -&gt; test_&lt;ts&gt;/    # Symlink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test_&lt;timestamp&gt;/       # Results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 test_summary_*.csv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 result_*_&lt;test&gt;_&lt;ts&gt;.log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  ping_result_*.txt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5303520"/>
            <a:ext cx="5029200" cy="54864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A7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l"/>
            <a:r>
              <a:rPr sz="1200">
                <a:solidFill>
                  <a:srgbClr val="1E293B"/>
                </a:solidFill>
              </a:rPr>
              <a:t>base_dir priority:  -d flag &gt; base_log_dir in config &gt; script directory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Multi-Host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Test Topologies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02920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Single-Host (Mode 2):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SyncRef UE &lt;--rfsim--&gt; Nearby UE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(both on localhost)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Two-Host (Mode 2):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Local:  SyncRef UE (rfsim server)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Remote: Nearby UE  (rfsim client)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Three-Host (Mode 1 SRAP):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gNB host:       gNB + 5G Core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relay_ue host:  Relay UE (Uu + PC5)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E2E8F0"/>
                </a:solidFill>
                <a:latin typeface="Consolas"/>
              </a:rPr>
              <a:t>  remote_ue host: Remote UE (PC5)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Host Assignment per Test Mode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554480"/>
          <a:ext cx="5029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48640"/>
                <a:gridCol w="457200"/>
                <a:gridCol w="731520"/>
                <a:gridCol w="100584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SL Mode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Hosts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gNB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SyncRef UE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Nearby UE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Mode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Mode 2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remote_ue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Mode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USRP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remote_ue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Mode 1 (SRAP)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Mode 1 (SRAP)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gNB, local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relay_ue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remote_ue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Mode 1 (SRAP)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USRP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relay_ue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remote_ue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 (nrUE)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Uu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nr_ue (nrUE)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USRP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local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nr_ue (nrUE)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0" y="5486400"/>
            <a:ext cx="5029200" cy="64008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l"/>
            <a:r>
              <a:rPr sz="1200">
                <a:solidFill>
                  <a:srgbClr val="1E293B"/>
                </a:solidFill>
              </a:rPr>
              <a:t>SSH aliases defined in ~/.ssh/config</a:t>
            </a:r>
          </a:p>
          <a:p>
            <a:pPr algn="l"/>
            <a:r>
              <a:rPr sz="1200">
                <a:solidFill>
                  <a:srgbClr val="1E293B"/>
                </a:solidFill>
              </a:rPr>
              <a:t>Passwordless SSH required: ssh-copy-id &lt;alias&gt;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Test Selection &amp;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Test Profiles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50749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02920"/>
                <a:gridCol w="640080"/>
                <a:gridCol w="502920"/>
                <a:gridCol w="731520"/>
                <a:gridCol w="457200"/>
                <a:gridCol w="50292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Profile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Repeats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MCS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SNR/Atten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Gain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LDPC Iter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Use Case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pilot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30s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0 / 20dB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20/110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Quick smoke 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regress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1, 9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30s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0 / 20dB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20/110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30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Regression validation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stress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9, 16, 28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300s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0 / 20-60dB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20/110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Long-term stability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Per-Profile Test Lists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E293B"/>
                </a:solidFill>
              </a:rPr>
              <a:t>•  pilot_tests / regress_tests / stress_tests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E293B"/>
                </a:solidFill>
              </a:rPr>
              <a:t>•  slmode2_basic_tests — entire group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E293B"/>
                </a:solidFill>
              </a:rPr>
              <a:t>•  slmode2_basic_tests[0:2] — range (indices 0-2)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E293B"/>
                </a:solidFill>
              </a:rPr>
              <a:t>•  slmode2_basic_tests[0] — single test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E293B"/>
                </a:solidFill>
              </a:rPr>
              <a:t>•  test_name:csi:psfch — parametric combo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Additional Config Settings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02920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# Log output directory (default: script dir)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base_log_dir="~/openairinterface5g"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# Use gnome-terminal (0=bash, 1=gnome)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use_gnome=1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# USRP serial numbers (SL Mode 1 relay only)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RELAY_UE_USRP_SN_FOR_UU=340EA03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RELAY_UE_USRP_SN_FOR_SL=3271246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Running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89120"/>
            <a:ext cx="50292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# use config settings (or defaults)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./run_sl_test.sh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# override log dir and gnome terminal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./run_sl_test.sh -d ~/openairinterface5g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./run_sl_test.sh -g 1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./run_sl_test.sh -d ~/openairinterface5g -g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5943600"/>
            <a:ext cx="5029200" cy="54864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A7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l"/>
            <a:r>
              <a:rPr sz="1200">
                <a:solidFill>
                  <a:srgbClr val="1E293B"/>
                </a:solidFill>
              </a:rPr>
              <a:t>Priority:  CLI flags (-d, -g) &gt; config file &gt; defaults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Predefined Test Groups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5943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Idx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Case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uu_basic_tests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rfsim_uu_ping_test_on_local_host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rfsim_uu_ping_test_on_two_hosts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usrp_B210_uu_ping_test_on_two_hosts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slmode2_basic_tests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rfsim_pc5_ping_test_on_local_host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rfsim_pc5_ping_test_on_two_hosts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usrp_B210_pc5_ping_test_on_two_hosts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slmode2_csi_psfch_tests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rfsim_pc5_csi_acquisition_psfch_period_test_on_local_host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rfsim_pc5_csi_acquisition_psfch_period_test_on_two_hosts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usrp_B210_pc5_csi_acquisition_psfch_period_test_on_two_hosts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slmode1_basic_tests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rfsim_slmode1_srap_ping_test_on_local_host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rfsim_slmode1_srap_ping_test_on_three_hosts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usrp_B210_slmode1_srap_ping_test_on_three_hosts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3232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Custom Groups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463040"/>
            <a:ext cx="43891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regress_tests=(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slmode2_basic_tests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slmode2_csi_psfch_tests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CSI/PSFCH Parameter Format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20040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</a:rPr>
              <a:t>•  test_name — all 8 combos (CSI: 0,1 x PSFCH: 0,1,2,3)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</a:rPr>
              <a:t>•  test_name:0:1 — CSI=0, PSFCH=1 only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</a:rPr>
              <a:t>•  test_name:1: — CSI=1, all PSFCH values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</a:rPr>
              <a:t>•  test_name::2 — PSFCH=2, all CSI values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5029200"/>
            <a:ext cx="4389120" cy="64008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A7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l"/>
            <a:r>
              <a:rPr sz="1200">
                <a:solidFill>
                  <a:srgbClr val="1E293B"/>
                </a:solidFill>
              </a:rPr>
              <a:t>CSI: sl_CSI_Acquisition (0=enabled, 1=disabled)</a:t>
            </a:r>
          </a:p>
          <a:p>
            <a:pPr algn="l"/>
            <a:r>
              <a:rPr sz="1200">
                <a:solidFill>
                  <a:srgbClr val="1E293B"/>
                </a:solidFill>
              </a:rPr>
              <a:t>PSFCH: sl_PSFCH_Period (0, 1, 2, 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5852160"/>
            <a:ext cx="4389120" cy="457200"/>
          </a:xfrm>
          <a:prstGeom prst="roundRect">
            <a:avLst/>
          </a:prstGeom>
          <a:solidFill>
            <a:srgbClr val="D1FAE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l"/>
            <a:r>
              <a:rPr sz="1200">
                <a:solidFill>
                  <a:srgbClr val="1E293B"/>
                </a:solidFill>
              </a:rPr>
              <a:t>Groups resolve recursively — a group can contain other group names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Available Test Cases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371600"/>
                <a:gridCol w="914400"/>
                <a:gridCol w="45720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Case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Hosts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rfsim_uu_ping_test_on_local_host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Uu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gNB &lt;-&gt; UE ping on localhost (requires 5G Core)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rfsim_uu_ping_test_on_two_hosts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Uu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gNB &lt;-&gt; UE ping across two machines (requires 5G Core)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rfsim_pc5_ping_test_on_local_host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SL Mode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Basic PC5 ping: SyncRef &lt;-&gt; Nearby 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rfsim_pc5_ping_test_on_two_hosts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SL Mode 2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PC5 ping across two machines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rfsim_pc5_csi_acquisition_psfch_*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SL Mode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CSI/PSFCH parametric sweep (up to 8 combos)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rfsim_slmode1_srap_*_on_local_host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SL Mode 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U2N relay via SRAP on localhost (requires 5G Core)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rfsim_slmode1_srap_*_on_three_hosts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SL Mode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U2N relay: gNB + Relay + Remote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usrp_B210_*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All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</a:rPr>
                        <a:t>2-3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USRP hardware variants of above tests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846320"/>
            <a:ext cx="10972800" cy="731520"/>
          </a:xfrm>
          <a:prstGeom prst="roundRect">
            <a:avLst/>
          </a:prstGeom>
          <a:solidFill>
            <a:srgbClr val="D1FAE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l"/>
            <a:r>
              <a:rPr sz="1400">
                <a:solidFill>
                  <a:srgbClr val="1E293B"/>
                </a:solidFill>
              </a:rPr>
              <a:t>Pass criteria: &gt;= 60% ICMP ping success rate   |   PSSCH stats: TX/RX counters extracted from UE logs for each direction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Test Results &amp; PSSCH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Summary Table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097280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Test Name                                      | Itrn | Hosts | MCS | Runtime | Ping  | PSSCH Rate1     | PSSCH Rate2     | Total | Result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==========================================================================================================================================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rfsim_pc5_ping_test_on_local_host              |    1 |     1 |   1 |    35s  |  100% | 1234/1200 (97%) | 1150/1234 (93%) |   95% |   PASS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rfsim_pc5_csi_psfch_*_csi0_psfch1              |    1 |     2 |   1 |    38s  |   93% | 980/1000 (98%)  | 920/980 (93%)   |   96% |   PASS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rfsim_slmode1_srap_ping_test_on_local_host     |    1 |     1 |   1 |    42s  |   80% | N/A             | N/A             |   N/A |  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PSSCH Rate Calculation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1E293B"/>
                </a:solidFill>
              </a:rPr>
              <a:t>Rate1: </a:t>
            </a:r>
            <a:r>
              <a:rPr sz="1300">
                <a:solidFill>
                  <a:srgbClr val="1E293B"/>
                </a:solidFill>
              </a:rPr>
              <a:t>SyncRef TX -&gt; Nearby RX  (RX_nearby / TX_syncref)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E293B"/>
                </a:solidFill>
              </a:rPr>
              <a:t>Rate2: </a:t>
            </a:r>
            <a:r>
              <a:rPr sz="1300">
                <a:solidFill>
                  <a:srgbClr val="1E293B"/>
                </a:solidFill>
              </a:rPr>
              <a:t>Nearby TX -&gt; SyncRef RX  (RX_syncref / TX_nearby)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E293B"/>
                </a:solidFill>
              </a:rPr>
              <a:t>Total: </a:t>
            </a:r>
            <a:r>
              <a:rPr sz="1300">
                <a:solidFill>
                  <a:srgbClr val="1E293B"/>
                </a:solidFill>
              </a:rPr>
              <a:t>Aggregated both directions
       (RX_sync + RX_nearby) / (TX_sync + TX_nearby)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Log Files (per test)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749039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E293B"/>
                </a:solidFill>
              </a:rPr>
              <a:t>•  test_summary_*.csv — summary table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E293B"/>
                </a:solidFill>
              </a:rPr>
              <a:t>•  result_&lt;component&gt;_&lt;test_name&gt;_&lt;ts&gt;.log — softmodem output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E293B"/>
                </a:solidFill>
              </a:rPr>
              <a:t>•    (gNB, nrUE, syncref, nearby, nrUE_syncref)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E293B"/>
                </a:solidFill>
              </a:rPr>
              <a:t>•  ping_result_*.txt — ping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5486400"/>
            <a:ext cx="5029200" cy="73152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A7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l"/>
            <a:r>
              <a:rPr sz="1200">
                <a:solidFill>
                  <a:srgbClr val="1E293B"/>
                </a:solidFill>
              </a:rPr>
              <a:t>Remote logs captured via tee, then moved to log folder.</a:t>
            </a:r>
          </a:p>
          <a:p>
            <a:pPr algn="l"/>
            <a:r>
              <a:rPr sz="1200">
                <a:solidFill>
                  <a:srgbClr val="1E293B"/>
                </a:solidFill>
              </a:rPr>
              <a:t>Log file list defined in softmodem_log_files in config.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Extending the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1. Define Test Function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0292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my_custom_test() {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echo "==== Testing ${FUNCNAME[0]} ===="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[[ $# -ge 1 ]] &amp;&amp; duration=$1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[[ $# -ge 2 ]] &amp;&amp; test_type=$2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[[ $# -ge 3 ]] &amp;&amp; mcs=$3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[[ $# -ge 4 ]] &amp;&amp; iteration=$4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local start_time=$(date +%s) sl_mode=2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run_syncref_cmd $test_type $mcs $sl_mode "local"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run_nearby_cmd  $test_type $mcs $sl_mode "local"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sleep 5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evaluate_ping_test "local" "oaitun_ue1" \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"10.0.0.100" $sl_mode "${FUNCNAME[0]}"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local end_time=$(date +%s)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print_runtime $start_time $end_time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print_test_summary "${FUNCNAME[0]}" \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    "$iteration" "1" "$mcs" ...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2. Add rfsim/usrp Wrappers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292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rfsim_my_custom_test_on_local_host() {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local test_type="rfsim"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my_custom_test $duration $test_type $mcs $iteration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usrp_B210_my_custom_test_on_local_host() {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local test_type="usrp"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my_custom_test $duration $test_type $mcs $iteration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3. Enable in Config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023360"/>
            <a:ext cx="50292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enabled_tests=(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rfsim_my_custom_test_on_local_host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4. Custom Profiles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5394960"/>
            <a:ext cx="502920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custom_tests=( slmode2_basic_tests )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elif [[ $test_profile == "custom" ]]; then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enabled_tests=("${custom_tests[@]}")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num_repeat=2; mcs_array=(1 5 9)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duration=60; max_ldpc_iterations=30</a:t>
            </a:r>
          </a:p>
          <a:p>
            <a:pPr algn="l">
              <a:spcAft>
                <a:spcPts val="200"/>
              </a:spcAft>
            </a:pPr>
            <a:r>
              <a:rPr sz="1000">
                <a:solidFill>
                  <a:srgbClr val="E2E8F0"/>
                </a:solidFill>
                <a:latin typeface="Consolas"/>
              </a:rPr>
              <a:t>    atten_array=(20 30 40)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Troubleshooting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Common Issues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5943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Problem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Solution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"No such device" for oaitun_ue1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UE not initialized — increase sleep after launch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Ping fails (&lt;60%)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Check ip addr show oaitun_ue1; increase duration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PSSCH stats show 0/0 or 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Check sidelink logs; verify remote logs copied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SSH command fails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ssh remote_ue hostname — verify passwordless auth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Remote UE config not updated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Check REMOTE_USER var; verify paths on remote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SRAP relay test fails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docker ps | grep oai-amf — verify 5G Core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USRP attenuator error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curl http://169.254.10.10/ — check reachability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Config changes don't persist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Script restores defaults before each test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0" y="1005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Prerequisites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46304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E293B"/>
                </a:solidFill>
              </a:rPr>
              <a:t>•  nr-uesoftmodem, nr-softmodem, nr-cuup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E293B"/>
                </a:solidFill>
              </a:rPr>
              <a:t>•  gnome-terminal for parallel process launch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E293B"/>
                </a:solidFill>
              </a:rPr>
              <a:t>•  Docker-based OAI 5G Core (SRAP/Uu tests)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E293B"/>
                </a:solidFill>
              </a:rPr>
              <a:t>•  USRP B210 + RF attenuator (hardware tests)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E293B"/>
                </a:solidFill>
              </a:rPr>
              <a:t>•  Passwordless SSH to all remote hosts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496"/>
                </a:solidFill>
              </a:rP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93192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</a:rPr>
              <a:t>Sidelink docs: </a:t>
            </a:r>
            <a:r>
              <a:rPr sz="1200">
                <a:solidFill>
                  <a:srgbClr val="1E293B"/>
                </a:solidFill>
              </a:rPr>
              <a:t>~/openairinterface5g/doc/episys/README_SL.md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</a:rPr>
              <a:t>Config files: </a:t>
            </a:r>
            <a:r>
              <a:rPr sz="1200">
                <a:solidFill>
                  <a:srgbClr val="1E293B"/>
                </a:solidFill>
              </a:rPr>
              <a:t>~/openairinterface5g/targets/.../NR-SIDELINK/CONF/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</a:rPr>
              <a:t>3GPP specs: </a:t>
            </a:r>
            <a:r>
              <a:rPr sz="1200">
                <a:solidFill>
                  <a:srgbClr val="1E293B"/>
                </a:solidFill>
              </a:rPr>
              <a:t>TS 38.331, TS 38.321, TS 38.211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</a:rPr>
              <a:t>RF simulator: </a:t>
            </a:r>
            <a:r>
              <a:rPr sz="1200">
                <a:solidFill>
                  <a:srgbClr val="1E293B"/>
                </a:solidFill>
              </a:rPr>
              <a:t>~/openairinterface5g/radio/rfsimulator/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5669280"/>
            <a:ext cx="4389120" cy="45720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A7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l"/>
            <a:r>
              <a:rPr sz="1200">
                <a:solidFill>
                  <a:srgbClr val="1E293B"/>
                </a:solidFill>
              </a:rPr>
              <a:t>License: OAI Public License V1.1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