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iperf3 Bandwidth Sweep </a:t>
            </a:r>
            <a:r>
              <a:rPr sz="1400">
                <a:solidFill>
                  <a:srgbClr val="1E293B"/>
                </a:solidFill>
              </a:rPr>
              <a:t>— UDP throughput characterization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BLER Testing </a:t>
            </a:r>
            <a:r>
              <a:rPr sz="1400">
                <a:solidFill>
                  <a:srgbClr val="1E293B"/>
                </a:solidFill>
              </a:rPr>
              <a:t>— Waterfall curves across MCS 0-28 with noise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 / bler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iperf3_summary_*.csv / *.png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0-28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85s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Noise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 waterfall curves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standalone mode (0=disabled, 1=enabled)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RELAY_UE_USRP_SN_FOR_SL=340EA3B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Four-Tier Configuration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6496"/>
                </a:solidFill>
              </a:rPr>
              <a:t>Override MCS and duration at four levels:  test-specific &gt; slice-specific &gt; group-specific &gt; profile-default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Configuration Examples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029200" cy="3474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In run_sl_test_config.sh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Group-level (all tests in group)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group_specific_duration["slmode2_basic_tests"]=30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group_specific_mcs["slmode2_basic_tests"]="16,28"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Slice-level (specific indices)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[0:2] range, [0,2] pick-list, [2] single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group_specific_duration["slmode2_basic_tests[2]"]=60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group_specific_mcs["slmode2_basic_tests[2]"]="12,16,20,24,28"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Test-specific (individual test)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test_specific_duration["usrp_B210_pc5_ping_test"]=90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test_specific_mcs["usrp_B210_pc5_ping_test"]="20,24,28"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MCS formats: </a:t>
            </a:r>
            <a:r>
              <a:rPr sz="1300">
                <a:solidFill>
                  <a:srgbClr val="1E293B"/>
                </a:solidFill>
              </a:rPr>
              <a:t>Comma "16,28", space "16 28", or seq "$(seq 0 1 10)"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Auto-discovery: </a:t>
            </a:r>
            <a:r>
              <a:rPr sz="1300">
                <a:solidFill>
                  <a:srgbClr val="1E293B"/>
                </a:solidFill>
              </a:rPr>
              <a:t>Groups ending with _basic_tests, _iperf3_tests, _csi_psfch_tests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Excluded: </a:t>
            </a:r>
            <a:r>
              <a:rPr sz="1300">
                <a:solidFill>
                  <a:srgbClr val="1E293B"/>
                </a:solidFill>
              </a:rPr>
              <a:t>pilot_tests, regress_tests, stress_tests (profile arrays)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114800"/>
            <a:ext cx="5029200" cy="10972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Priority order:</a:t>
            </a:r>
          </a:p>
          <a:p>
            <a:pPr algn="l"/>
            <a:r>
              <a:rPr sz="1400">
                <a:solidFill>
                  <a:srgbClr val="1E293B"/>
                </a:solidFill>
              </a:rPr>
              <a:t>1. Test-specific → 2. Slice-specific → 3. Group-specific → 4. Profile-default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5943600" cy="241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1097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usrp_B210_pc5_iperf3_test_on_two_hosts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usrp_B210_slmode1_srap_iperf3_test_on_three_hosts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usrp_B210_slmode1_srap_csi_acquisition_psfch_period_test_on_three_hosts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iperf3 bandwidth sweep over PC5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via SRAP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bandwidth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iperf3_summary_*.csv / *.png — iperf3 results &amp; plot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iperf3_server_*.txt / iperf3_client_*.txt — iperf3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