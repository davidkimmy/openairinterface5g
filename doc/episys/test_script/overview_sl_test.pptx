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7E54939-6A49-4857-92EE-6E98C287E2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3880386-80AA-4CFC-A078-9C4D95E216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E3980E8-0A8F-4CDC-862B-28C0549117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EE51C08-19D2-4190-9D4B-B67033E9DC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3478604-DCF6-4E63-8E9A-2B22E32E9C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D8D9ACA-DA34-4620-A740-2BDD2B62C7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96866867-FBCB-48E3-BB38-12B3B7BE02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63E62BF4-5CE7-4FC0-984E-B66308C5D8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A61DFCD-E807-44B0-B102-0060E747D6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C9A6FAE-9F33-4AC0-B560-718D207782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0A3C557-9CC1-4A55-ADFA-A768F7EF2B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36769AC-8B56-467D-871A-3D77732808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E3220E-B558-4F52-A5AE-5F4C962D73B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6149C1-22EE-4150-BFD8-2971CC97AA9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DD874C-2148-4392-AE08-33682CE9945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103A50-7B49-4D33-AE95-77BA9991B2B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72B02F-C16E-416B-88AD-9E433618072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027CC9-4B73-4290-B1E9-D6539CDFD31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7EDED5-0E39-4209-BCEC-2DAFEE65C6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6164B1-2F7F-49FC-A76B-BB207C9600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4586375-5139-4486-BBE8-8EAFF7535B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77A3D6-63BB-4AEE-BEA5-7844336F5D2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371600" y="1371600"/>
            <a:ext cx="91436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OAI 5G NR Sidelink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1371600" y="2286000"/>
            <a:ext cx="91436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Test Framework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1371600" y="3383280"/>
            <a:ext cx="9143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bfdbfe"/>
                </a:solidFill>
                <a:latin typeface="Calibri"/>
              </a:rPr>
              <a:t>Automated CI Test Harness for PC5 &amp; U2N Relay Validation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ounded Rectangle 5"/>
          <p:cNvSpPr/>
          <p:nvPr/>
        </p:nvSpPr>
        <p:spPr>
          <a:xfrm>
            <a:off x="25603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PC5 Mode 1 &amp;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43891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CSI / PSFCH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Rounded Rectangle 7"/>
          <p:cNvSpPr/>
          <p:nvPr/>
        </p:nvSpPr>
        <p:spPr>
          <a:xfrm>
            <a:off x="62179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U2N Relay (SRAP)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Rounded Rectangle 8"/>
          <p:cNvSpPr/>
          <p:nvPr/>
        </p:nvSpPr>
        <p:spPr>
          <a:xfrm>
            <a:off x="8046720" y="4389120"/>
            <a:ext cx="1645560" cy="36540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RF Sim &amp; USRP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371600" y="56692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3c5fd"/>
                </a:solidFill>
                <a:latin typeface="Calibri"/>
              </a:rPr>
              <a:t>OpenAirInterface — 2026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Overview &amp; Key Features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What It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4"/>
          <p:cNvSpPr/>
          <p:nvPr/>
        </p:nvSpPr>
        <p:spPr>
          <a:xfrm>
            <a:off x="548640" y="1463040"/>
            <a:ext cx="502884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PC5 Mode 2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Direct D2D communication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PC5 Mode 1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Network-scheduled sidelink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U2N Relay (SRAP)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Remote UE connectivity via relay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CSI / PSFCH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Parametric feedback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Uu Interface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gNB &lt;-&gt; UE connectivity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Key Features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6"/>
          <p:cNvSpPr/>
          <p:nvPr/>
        </p:nvSpPr>
        <p:spPr>
          <a:xfrm>
            <a:off x="6400800" y="1463040"/>
            <a:ext cx="502884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Array-based test selection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simple ordered list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Parametric sweeps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CSI x PSFCH combinations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Multi-host support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1, 2, or 3 machines via SSH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Profile-based config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pilot / regress / stress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Auto result tracking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ping + PSSCH statistics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ounded Rectangle 7"/>
          <p:cNvSpPr/>
          <p:nvPr/>
        </p:nvSpPr>
        <p:spPr>
          <a:xfrm>
            <a:off x="548640" y="5029200"/>
            <a:ext cx="10972440" cy="6397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Two scripts:  run_sl_test.sh (test engine)  +  run_sl_test_config.sh (user configuration)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Architecture &amp; Execution Flow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Execution Flow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4"/>
          <p:cNvSpPr/>
          <p:nvPr/>
        </p:nvSpPr>
        <p:spPr>
          <a:xfrm>
            <a:off x="548640" y="1463040"/>
            <a:ext cx="5028840" cy="36572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1. Load config (run_sl_test_config.sh)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2. Resolve enabled_tests array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3. For each test: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a. Clean up old logs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b. Launch UEs (local / remote SSH)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c. Wait for tunnel interface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d. Execute ping test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e. Collect stats (ping + PSSCH)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f. Kill processes &amp; cleanup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g. Generate summary row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4. Display final summary table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File Structure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ounded Rectangle 6"/>
          <p:cNvSpPr/>
          <p:nvPr/>
        </p:nvSpPr>
        <p:spPr>
          <a:xfrm>
            <a:off x="6400800" y="1463040"/>
            <a:ext cx="5028840" cy="36572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run_sl_test.sh            # Test engine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run_sl_test_config.sh     # Configuration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~/.ssh/config             # SSH host aliases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~/openairinterface5g/     # OAI source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&lt;base_dir&gt;/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latest -&gt; test_&lt;ts&gt;/    # Symlink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test_&lt;timestamp&gt;/       # Results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test_summary_*.csv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result_syncref.log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result_nearby.log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ping_result_*.txt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Rounded Rectangle 7"/>
          <p:cNvSpPr/>
          <p:nvPr/>
        </p:nvSpPr>
        <p:spPr>
          <a:xfrm>
            <a:off x="6400800" y="530352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base_dir priority:  -d flag &gt; base_log_dir in config &gt; script directory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Multi-Host Testing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Topologies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ounded Rectangle 4"/>
          <p:cNvSpPr/>
          <p:nvPr/>
        </p:nvSpPr>
        <p:spPr>
          <a:xfrm>
            <a:off x="548640" y="1463040"/>
            <a:ext cx="5028840" cy="41144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Single-Host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SyncRef UE &lt;--rfsim--&gt; Nearby UE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(both on localhost)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Two-Host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Local:  SyncRef UE (rfsim server)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Remote: Nearby UE  (rfsim client)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Three-Host (Mode 1 SRAP):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gNB host:       gNB + 5G Core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relay_ue host:  Relay UE (Uu + 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remote_ue host: Remote UE (PC5)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Host Assignment per Test Mode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5" name="Table 6"/>
          <p:cNvGraphicFramePr/>
          <p:nvPr/>
        </p:nvGraphicFramePr>
        <p:xfrm>
          <a:off x="6400800" y="1554480"/>
          <a:ext cx="5028840" cy="381312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SL Mode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Hosts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gNB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SyncRef UE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Nearby UE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gNB, 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nr_ue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nr_ue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" name="Rounded Rectangle 7"/>
          <p:cNvSpPr/>
          <p:nvPr/>
        </p:nvSpPr>
        <p:spPr>
          <a:xfrm>
            <a:off x="6400800" y="5378400"/>
            <a:ext cx="5028840" cy="639720"/>
          </a:xfrm>
          <a:prstGeom prst="roundRect">
            <a:avLst>
              <a:gd name="adj" fmla="val 16667"/>
            </a:avLst>
          </a:prstGeom>
          <a:solidFill>
            <a:srgbClr val="fffbeb"/>
          </a:solidFill>
          <a:ln w="25400"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SSH aliases defined in ~/.ssh/config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Passwordless SSH required: ssh-copy-id &lt;alias&gt;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Selection &amp; Configuration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Profiles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0" name="Table 4"/>
          <p:cNvGraphicFramePr/>
          <p:nvPr/>
        </p:nvGraphicFramePr>
        <p:xfrm>
          <a:off x="548640" y="1463040"/>
          <a:ext cx="5028840" cy="1618560"/>
        </p:xfrm>
        <a:graphic>
          <a:graphicData uri="http://schemas.openxmlformats.org/drawingml/2006/table">
            <a:tbl>
              <a:tblPr/>
              <a:tblGrid>
                <a:gridCol w="640080"/>
                <a:gridCol w="548640"/>
                <a:gridCol w="731520"/>
                <a:gridCol w="548640"/>
                <a:gridCol w="822960"/>
                <a:gridCol w="548640"/>
                <a:gridCol w="118872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Repeats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MCS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SNR/Atten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pilot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Quick smoke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regress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1, 9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Regression validation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stress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9, 16, 28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20-60dB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Long-term stability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5"/>
          <p:cNvSpPr/>
          <p:nvPr/>
        </p:nvSpPr>
        <p:spPr>
          <a:xfrm>
            <a:off x="548640" y="320040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Selection Syntax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548640" y="3657600"/>
            <a:ext cx="5028840" cy="13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 — entire group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slmode2_basic_tests[0:2] — range (indices 0-2)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slmode2_basic_tests[0,2] — pick specific indices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slmode2_basic_tests[0] — single test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test_name:csi:psfch — parametric combo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Additional Config Settings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ounded Rectangle 8"/>
          <p:cNvSpPr/>
          <p:nvPr/>
        </p:nvSpPr>
        <p:spPr>
          <a:xfrm>
            <a:off x="6400800" y="1463040"/>
            <a:ext cx="5028840" cy="21942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Log output directory (default: script dir)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base_log_dir="~/openairinterface5g"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gnome-terminal (0=bash, 1=gnome)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use_gnome=1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USRP serial numbers (SL Mode 1 relay only)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RELAY_UE_USRP_SN_FOR_UU=340EA03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RELAY_UE_USRP_SN_FOR_SL=3271246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6400800" y="393192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Running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ounded Rectangle 10"/>
          <p:cNvSpPr/>
          <p:nvPr/>
        </p:nvSpPr>
        <p:spPr>
          <a:xfrm>
            <a:off x="6400800" y="4389120"/>
            <a:ext cx="5028840" cy="13712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config settings (or defaults)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override log dir and gnome terminal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-d ~/openairinterface5g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-g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-d ~/openairinterface5g -g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Rounded Rectangle 11"/>
          <p:cNvSpPr/>
          <p:nvPr/>
        </p:nvSpPr>
        <p:spPr>
          <a:xfrm>
            <a:off x="6400800" y="594360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Priority:  CLI flags (-d, -g) &gt; config file &gt; defaults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Predefined Test Groups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0" name="Table 3"/>
          <p:cNvGraphicFramePr/>
          <p:nvPr/>
        </p:nvGraphicFramePr>
        <p:xfrm>
          <a:off x="548640" y="1188720"/>
          <a:ext cx="5943240" cy="4757760"/>
        </p:xfrm>
        <a:graphic>
          <a:graphicData uri="http://schemas.openxmlformats.org/drawingml/2006/table">
            <a:tbl>
              <a:tblPr/>
              <a:tblGrid>
                <a:gridCol w="1828800"/>
                <a:gridCol w="457200"/>
                <a:gridCol w="3657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Idx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slmode2_basic_tests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slmode2_csi_psfch_tests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rfsim_pc5_csi_acquisition_psfch_period_test_on_local_host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rfsim_pc5_csi_acquisition_psfch_period_test_on_two_hosts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usrp_B210_pc5_csi_acquisition_psfch_period_test_on_two_hosts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slmode1_basic_tests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rfsim_slmode1_srap_ping_test_on_three_hosts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usrp_B210_slmode1_srap_ping_test_on_three_hosts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11" name="TextBox 4"/>
          <p:cNvSpPr/>
          <p:nvPr/>
        </p:nvSpPr>
        <p:spPr>
          <a:xfrm>
            <a:off x="713232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Custom Groups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5"/>
          <p:cNvSpPr/>
          <p:nvPr/>
        </p:nvSpPr>
        <p:spPr>
          <a:xfrm>
            <a:off x="7132320" y="1463040"/>
            <a:ext cx="4388760" cy="10969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regress_tests=(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slmode2_basic_tests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slmode2_csi_psfch_tests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Box 6"/>
          <p:cNvSpPr/>
          <p:nvPr/>
        </p:nvSpPr>
        <p:spPr>
          <a:xfrm>
            <a:off x="7132320" y="274320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CSI/PSFCH Parameter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7"/>
          <p:cNvSpPr/>
          <p:nvPr/>
        </p:nvSpPr>
        <p:spPr>
          <a:xfrm>
            <a:off x="7132320" y="3200400"/>
            <a:ext cx="4388760" cy="11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 — all 8 combos (CSI: 0,1 x PSFCH: 0,1,2,3)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test_name:0:1 — CSI=0, PSFCH=1 only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test_name:1: — CSI=1, all PSFCH values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test_name::2 — PSFCH=2, all CSI values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ounded Rectangle 8"/>
          <p:cNvSpPr/>
          <p:nvPr/>
        </p:nvSpPr>
        <p:spPr>
          <a:xfrm>
            <a:off x="7132320" y="5029200"/>
            <a:ext cx="4388760" cy="6397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CSI: sl_CSI_Acquisition (0=enabled, 1=disabled)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PSFCH: sl_PSFCH_Period (0, 1, 2, 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ounded Rectangle 9"/>
          <p:cNvSpPr/>
          <p:nvPr/>
        </p:nvSpPr>
        <p:spPr>
          <a:xfrm>
            <a:off x="7132320" y="5852160"/>
            <a:ext cx="4388760" cy="45684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Groups resolve recursively — a group can contain other group names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Available Test Cases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9" name="Table 3"/>
          <p:cNvGraphicFramePr/>
          <p:nvPr/>
        </p:nvGraphicFramePr>
        <p:xfrm>
          <a:off x="548640" y="1188720"/>
          <a:ext cx="10972440" cy="3291840"/>
        </p:xfrm>
        <a:graphic>
          <a:graphicData uri="http://schemas.openxmlformats.org/drawingml/2006/table">
            <a:tbl>
              <a:tblPr/>
              <a:tblGrid>
                <a:gridCol w="4114800"/>
                <a:gridCol w="1371600"/>
                <a:gridCol w="914400"/>
                <a:gridCol w="45720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Hosts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on localhost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across two machines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Basic PC5 ping: SyncRef &lt;-&gt; Nearby 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PC5 ping across two machines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1-2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CSI/PSFCH parametric sweep (up to 8 combos)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rfsim_slmode1_srap_*_on_local_host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 via SRAP on localhost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rfsim_slmode1_srap_*_on_three_hosts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relay: gNB + Relay + Remote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All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2-3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 hardware variants of above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20" name="Rounded Rectangle 4"/>
          <p:cNvSpPr/>
          <p:nvPr/>
        </p:nvSpPr>
        <p:spPr>
          <a:xfrm>
            <a:off x="548640" y="4846320"/>
            <a:ext cx="10972440" cy="73116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Pass criteria: &gt;= 60% ICMP ping success rate   |   PSSCH stats: TX/RX counters extracted from UE logs for each direction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Results &amp; PSSCH Statistics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548640" y="1005840"/>
            <a:ext cx="91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Summary Table Output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4"/>
          <p:cNvSpPr/>
          <p:nvPr/>
        </p:nvSpPr>
        <p:spPr>
          <a:xfrm>
            <a:off x="548640" y="1463040"/>
            <a:ext cx="10972440" cy="14626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5"/>
          <p:cNvSpPr/>
          <p:nvPr/>
        </p:nvSpPr>
        <p:spPr>
          <a:xfrm>
            <a:off x="548640" y="3291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PSSCH Rate Calculation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6"/>
          <p:cNvSpPr/>
          <p:nvPr/>
        </p:nvSpPr>
        <p:spPr>
          <a:xfrm>
            <a:off x="548640" y="3749040"/>
            <a:ext cx="5028840" cy="12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Rate1: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SyncRef TX -&gt; Nearby RX  (RX_nearby / TX_syncref)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Rate2: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Nearby TX -&gt; SyncRef RX  (RX_syncref /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Total: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Aggregated both directions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     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(RX_sync + RX_nearby) / (TX_sync +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6400800" y="3291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Log Files (per test)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8"/>
          <p:cNvSpPr/>
          <p:nvPr/>
        </p:nvSpPr>
        <p:spPr>
          <a:xfrm>
            <a:off x="6400800" y="3749040"/>
            <a:ext cx="5028840" cy="16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test_summary_*.csv — summary table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result_syncref.log — SyncRef UE (Mode 2)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result_nearby.log — Nearby UE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result_nrUE_syncref.log — Relay UE (Mode 1)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result_nrUE.log — nrUE (Uu)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result_gNB.log — gNB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ping_result_*.txt — ping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9"/>
          <p:cNvSpPr/>
          <p:nvPr/>
        </p:nvSpPr>
        <p:spPr>
          <a:xfrm>
            <a:off x="6400800" y="5486400"/>
            <a:ext cx="5028840" cy="73116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Remote logs captured locally via tee in run_cmd.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Results in &lt;base_dir&gt;/latest/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Extending the Framework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3"/>
          <p:cNvSpPr/>
          <p:nvPr/>
        </p:nvSpPr>
        <p:spPr>
          <a:xfrm>
            <a:off x="54864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1. Define Test Function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4"/>
          <p:cNvSpPr/>
          <p:nvPr/>
        </p:nvSpPr>
        <p:spPr>
          <a:xfrm>
            <a:off x="548640" y="1463040"/>
            <a:ext cx="5028840" cy="43887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echo "==== Testing ${FUNCNAME[0]} ===="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1 ]] &amp;&amp; duration=$1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2 ]] &amp;&amp; test_type=$2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3 ]] &amp;&amp; mcs=$3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4 ]] &amp;&amp; iteration=$4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start_time=$(date +%s) sl_mode=2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run_syncref_cmd $test_type $mcs $sl_mode "local"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run_nearby_cmd  $test_type $mcs $sl_mode "local"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sleep 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evaluate_ping_test "local" "oaitun_ue1" \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"10.0.0.100" $sl_mode "${FUNCNAME[0]}"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end_time=$(date +%s)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print_runtime $start_time $end_time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print_test_summary "${FUNCNAME[0]}" \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"$iteration" "1" "$mcs" ...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5"/>
          <p:cNvSpPr/>
          <p:nvPr/>
        </p:nvSpPr>
        <p:spPr>
          <a:xfrm>
            <a:off x="640080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2. Add rfsim/usrp Wrappers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Rounded Rectangle 6"/>
          <p:cNvSpPr/>
          <p:nvPr/>
        </p:nvSpPr>
        <p:spPr>
          <a:xfrm>
            <a:off x="6400800" y="1463040"/>
            <a:ext cx="5028840" cy="18284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rfsim_my_custom_test_on_local_host()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test_type="rfsim"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 $duration $test_type $mcs $iteration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usrp_B210_my_custom_test_on_local_host()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test_type="usrp"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 $duration $test_type $mcs $iteration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6400800" y="356616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3. Enable in Config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ounded Rectangle 8"/>
          <p:cNvSpPr/>
          <p:nvPr/>
        </p:nvSpPr>
        <p:spPr>
          <a:xfrm>
            <a:off x="6400800" y="4023360"/>
            <a:ext cx="5028840" cy="731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enabled_tests=(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rfsim_my_custom_test_on_local_host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9"/>
          <p:cNvSpPr/>
          <p:nvPr/>
        </p:nvSpPr>
        <p:spPr>
          <a:xfrm>
            <a:off x="6400800" y="493776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4. Custom Profiles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ounded Rectangle 10"/>
          <p:cNvSpPr/>
          <p:nvPr/>
        </p:nvSpPr>
        <p:spPr>
          <a:xfrm>
            <a:off x="6400800" y="5394960"/>
            <a:ext cx="5028840" cy="10969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elif [[ $test_profile == "custom" ]]; then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num_repeat=2; mcs_array=(1 5 9)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duration=60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snr_array=($(seq 0 2 10))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atten_array=(20 30 40)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548640" y="22860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Troubleshooting &amp; References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548640" y="1005840"/>
            <a:ext cx="548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Common Issues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3" name="Table 4"/>
          <p:cNvGraphicFramePr/>
          <p:nvPr/>
        </p:nvGraphicFramePr>
        <p:xfrm>
          <a:off x="548640" y="1371600"/>
          <a:ext cx="5943240" cy="329184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Problem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"No such device" for oaitun_ue1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UE not initialized — increase sleep after launch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Ping fails (&lt;60%)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ip addr show oaitun_ue1; increase duration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PSSCH stats show 0/0 or 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sidelink logs; verify remote logs copied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SSH command fails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ssh remote_ue hostname — verify passwordless auth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 UE config not updated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REMOTE_USER var; verify paths on remote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SRAP relay test fails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docker ps | grep oai-amf — verify 5G Core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 attenuator error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curl http://169.254.10.10/ — check reachability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Config changes don't persist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Script restores defaults before each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44" name="TextBox 5"/>
          <p:cNvSpPr/>
          <p:nvPr/>
        </p:nvSpPr>
        <p:spPr>
          <a:xfrm>
            <a:off x="7132320" y="100584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Prerequisites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7132320" y="1463040"/>
            <a:ext cx="438876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nr-uesoftmodem, nr-softmodem, nr-cuup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gnome-terminal for parallel process launch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Docker-based OAI 5G Core (SRAP/Uu tests)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USRP B210 + RF attenuator (hardware tests)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Passwordless SSH to all remote hosts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7132320" y="347472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References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7132320" y="3931920"/>
            <a:ext cx="4388760" cy="10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Sidelink docs: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~/openairinterface5g/doc/episys/README_SL.md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Config files: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~/openairinterface5g/targets/.../NR-SIDELINK/CONF/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3GPP specs: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TS 38.331, TS 38.321, TS 38.211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RF simulator: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~/openairinterface5g/radio/rfsimulator/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ounded Rectangle 9"/>
          <p:cNvSpPr/>
          <p:nvPr/>
        </p:nvSpPr>
        <p:spPr>
          <a:xfrm>
            <a:off x="7132320" y="5669280"/>
            <a:ext cx="4388760" cy="45684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License: OAI Public License V1.1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2026-04-29T02:11:30Z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